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9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143500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584448" y="0"/>
            <a:ext cx="182880" cy="51435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749039" cy="914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5052060"/>
            <a:ext cx="3749039" cy="914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6032"/>
            <a:ext cx="2048256" cy="2048256"/>
          </a:xfrm>
          <a:prstGeom prst="ellipse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7744" y="2450592"/>
            <a:ext cx="3291840" cy="3657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" y="252374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Sankar Polytechnic College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28346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(Autonomous)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" y="3054096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Calibri"/>
              </a:rPr>
              <a:t>Dept. of Computer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" y="3328416"/>
            <a:ext cx="1115568" cy="246888"/>
          </a:xfrm>
          <a:prstGeom prst="rect">
            <a:avLst/>
          </a:prstGeom>
          <a:solidFill>
            <a:srgbClr val="0A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" y="3328416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3328416"/>
            <a:ext cx="1115568" cy="246888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328416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3328416"/>
            <a:ext cx="1115568" cy="246888"/>
          </a:xfrm>
          <a:prstGeom prst="rect">
            <a:avLst/>
          </a:prstGeom>
          <a:solidFill>
            <a:srgbClr val="29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87168" y="3328416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HTML/CSS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" y="3639312"/>
            <a:ext cx="1115568" cy="246888"/>
          </a:xfrm>
          <a:prstGeom prst="rect">
            <a:avLst/>
          </a:prstGeom>
          <a:solidFill>
            <a:srgbClr val="4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" y="3639312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XAMPP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8448" y="3639312"/>
            <a:ext cx="1115568" cy="246888"/>
          </a:xfrm>
          <a:prstGeom prst="rect">
            <a:avLst/>
          </a:prstGeom>
          <a:solidFill>
            <a:srgbClr val="50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3639312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JavaScript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7168" y="3639312"/>
            <a:ext cx="1115568" cy="246888"/>
          </a:xfrm>
          <a:prstGeom prst="rect">
            <a:avLst/>
          </a:prstGeom>
          <a:solidFill>
            <a:srgbClr val="06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87168" y="3639312"/>
            <a:ext cx="11155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Apache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28016"/>
            <a:ext cx="50292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786384"/>
            <a:ext cx="50292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144475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1828800"/>
            <a:ext cx="50292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6700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FFFFF"/>
                </a:solidFill>
                <a:latin typeface="Calibri"/>
              </a:rPr>
              <a:t>A web-based digital library solution for colleges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3035808"/>
            <a:ext cx="2331720" cy="2743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1920" y="3035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P246 – Scripting Language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401568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Aravind Raj U  –  242103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630168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Chandru A  –  242107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858768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Nambi Raj G  –  242127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087368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Selva Dinesh S  –  242141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4425696"/>
            <a:ext cx="5029200" cy="585216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931920" y="4425696"/>
            <a:ext cx="5029200" cy="6400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931920" y="4425696"/>
            <a:ext cx="109728" cy="585216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33087" y="4453128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GUIDED 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33087" y="463600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Dr. C. VIJESH JOE  Ph.D.,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WHAT WE AIM TO ACHIEVE WITH THIS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4320" y="1097280"/>
            <a:ext cx="8595360" cy="7863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1097280"/>
            <a:ext cx="91440" cy="78638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02336" y="1216152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07592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" y="1170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Digitise Library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1499616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Replace slow, error-prone paper registers with a fast digital platform accessible from any browser on the college LAN.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11680"/>
            <a:ext cx="8595360" cy="7863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2011680"/>
            <a:ext cx="91440" cy="78638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2336" y="2130552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221992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" y="20848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Dual Role Access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2414016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Separate dashboards for Admin (books, members, issue/return, reports) and Member (browse catalogue, track history).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926080"/>
            <a:ext cx="8595360" cy="7863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2926080"/>
            <a:ext cx="91440" cy="78638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02336" y="3044952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36392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5568" y="2999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Per-Copy LIB Numbering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328416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Auto-generate a unique LIB number for every physical copy — enabling individual copy-level issue and return tracking.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840480"/>
            <a:ext cx="8595360" cy="7863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3840480"/>
            <a:ext cx="91440" cy="78638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02336" y="3959352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4050791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15568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Secure &amp; Validated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4242816"/>
            <a:ext cx="7406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PHP sessions, role-based access control, SQL injection prevention and client-side validation at every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MANUAL APPROACH  vs  PROPOSED DIGITAL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78992"/>
            <a:ext cx="4242816" cy="36210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78992"/>
            <a:ext cx="4242816" cy="4572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" y="113385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✕  Manual System — Drawbacks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1627632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" y="1627632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1719072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Paper registers — slow &amp; error-prone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2066543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" y="2066543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" y="2157984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No real-time book availability info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505456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" y="2505456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2596896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Hard to track which copy is with whom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2944368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7472" y="2944368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" y="3035808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Risk of lost or damaged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383280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3383280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4" y="347472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Slow search — must flip every page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3822191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7472" y="3822191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" y="3913631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No automated overdue reminders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4261104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7472" y="4261104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" y="4352544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Difficult to generate usage reports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19472" y="1078992"/>
            <a:ext cx="4242816" cy="36210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919472" y="1078992"/>
            <a:ext cx="4242816" cy="4572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84064" y="113385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✓  Proposed System — Benefits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10912" y="1627632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10912" y="1627632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75504" y="1719072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Digital records — fast and always safe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10912" y="2066543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10912" y="2066543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75504" y="2157984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Real-time availability at a glance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10912" y="2505456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10912" y="2505456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75504" y="2596896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Unique LIB number per copy — precise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0912" y="2944368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010912" y="2944368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75504" y="3035808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Secure database — no physical loss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10912" y="3383280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10912" y="3383280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175504" y="347472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Instant search by title or LIB number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0912" y="3822191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010912" y="3822191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75504" y="3913631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Overdue warnings highlighted in red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10912" y="4261104"/>
            <a:ext cx="4059936" cy="3657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010912" y="4261104"/>
            <a:ext cx="73152" cy="3657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75504" y="4352544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One-click report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HARDWARE AND SOFTWARE SPECIFICATIONS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78992"/>
            <a:ext cx="4242816" cy="36210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78992"/>
            <a:ext cx="4242816" cy="4572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" y="114300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⚙  Hardware Requirements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1645920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" y="1645920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174650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Processor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2" y="174650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Intel Core i3 or above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139696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7472" y="2139696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22402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2" y="2240279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Minimum 4 GB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2633472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7472" y="2633472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27340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Hard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2" y="27340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50 GB HDD / SSD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127248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3127248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2278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Display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2" y="322783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1366 × 768 or higher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3621024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7472" y="3621024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37216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Devices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2" y="372160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Keyboard &amp; Mouse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114800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47472" y="4114800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" y="42153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Network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84832" y="421538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LAN / Wi-Fi (localhost)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19472" y="1078992"/>
            <a:ext cx="4242816" cy="36210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19472" y="1078992"/>
            <a:ext cx="4242816" cy="45720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84064" y="114300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💻  Software Requirements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10912" y="1645920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10912" y="1645920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38928" y="174650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Operating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174650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Windows 10 / 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10912" y="2139696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10912" y="2139696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38928" y="224027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Web Server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8272" y="2240279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Apache via XAMPP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10912" y="2633472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010912" y="2633472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38928" y="27340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8272" y="27340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PHP 7 / PHP 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0912" y="3127248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010912" y="3127248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38928" y="32278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322783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MySQL / MariaDB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10912" y="3621024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010912" y="3621024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38928" y="37216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8272" y="372160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HTML5, CSS3, JavaScript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10912" y="4114800"/>
            <a:ext cx="4059936" cy="42062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010912" y="4114800"/>
            <a:ext cx="64008" cy="42062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138928" y="42153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48272" y="421538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Chrome / Firefox / 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ABOUT THE ONLINE LIBRARY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78992"/>
            <a:ext cx="8631936" cy="118872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78992"/>
            <a:ext cx="128016" cy="118872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6032" y="1078992"/>
            <a:ext cx="8631936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1115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1408176"/>
            <a:ext cx="83210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is a complete web-based application built with PHP, MySQL, HTML, CSS and JavaScript on Apache via XAMPP. It digitises all manual library operations — book cataloguing, member management, issuing, returning and overdue tracking — with a fast, accurate, role-based digital platform.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2468880"/>
            <a:ext cx="2816352" cy="228600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6032" y="2468880"/>
            <a:ext cx="281635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426464" y="2596896"/>
            <a:ext cx="475488" cy="475488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2670048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7472" y="3200400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TWO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529584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Admin — Full control over books, members, issue &amp; return, reports.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078224"/>
            <a:ext cx="2633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Member — Browse catalogue, view borrow history, reset password.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2468880"/>
            <a:ext cx="2816352" cy="228600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18688" y="2468880"/>
            <a:ext cx="281635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389120" y="2596896"/>
            <a:ext cx="475488" cy="475488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boo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670048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310128" y="3200400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LIB NUMBERING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3529584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Every physical copy gets a unique LIB number (LIB001, LIB002…)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4078224"/>
            <a:ext cx="2633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Enables precise per-copy tracking across every transaction.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1344" y="2468880"/>
            <a:ext cx="2816352" cy="228600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81344" y="2468880"/>
            <a:ext cx="281635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351776" y="2596896"/>
            <a:ext cx="475488" cy="475488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_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2670048"/>
            <a:ext cx="329184" cy="3291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72784" y="3200400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SECURE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3529584"/>
            <a:ext cx="2633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PHP sessions, role-based access, SQL injection prevention.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4" y="4078224"/>
            <a:ext cx="26334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Client-side validation adds safety at every single 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Project Description /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KEY FEATURES AND LIVE SYSTEM STATISTICS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78992"/>
            <a:ext cx="2066543" cy="96926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78992"/>
            <a:ext cx="2066543" cy="9144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" y="1188720"/>
            <a:ext cx="20665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200" b="1" dirty="0">
                <a:solidFill>
                  <a:srgbClr val="FFFFFF"/>
                </a:solidFill>
                <a:latin typeface="Calibri"/>
              </a:rPr>
              <a:t>10</a:t>
            </a:r>
            <a:endParaRPr sz="4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032" y="1773936"/>
            <a:ext cx="20665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Book Titles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7168" y="1078992"/>
            <a:ext cx="2066543" cy="96926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87168" y="1078992"/>
            <a:ext cx="2066543" cy="9144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87168" y="1188720"/>
            <a:ext cx="20665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200" b="1" dirty="0">
                <a:solidFill>
                  <a:srgbClr val="FFFFFF"/>
                </a:solidFill>
                <a:latin typeface="Calibri"/>
              </a:rPr>
              <a:t>30</a:t>
            </a:r>
            <a:endParaRPr sz="4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23744" y="1773936"/>
            <a:ext cx="20665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alibri"/>
              </a:rPr>
              <a:t>LIB Copies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18304" y="1078992"/>
            <a:ext cx="2066543" cy="96926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18304" y="1078992"/>
            <a:ext cx="2066543" cy="9144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18304" y="1188720"/>
            <a:ext cx="20665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200" b="1" dirty="0">
                <a:solidFill>
                  <a:srgbClr val="FFFFFF"/>
                </a:solidFill>
                <a:latin typeface="Calibri"/>
              </a:rPr>
              <a:t>8</a:t>
            </a:r>
            <a:endParaRPr sz="4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26863" y="1773936"/>
            <a:ext cx="20665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alibri"/>
              </a:rPr>
              <a:t>Members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1078992"/>
            <a:ext cx="2066543" cy="96926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1078992"/>
            <a:ext cx="2066543" cy="91440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118872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773936"/>
            <a:ext cx="20665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Calibri"/>
              </a:rPr>
              <a:t>Active Issues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315968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" y="2212848"/>
            <a:ext cx="91440" cy="548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2340864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Web-based — access from any browser on the college 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0016" y="2212848"/>
            <a:ext cx="4315968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00016" y="2212848"/>
            <a:ext cx="91440" cy="548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01184" y="2340864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Unique LIB numbering — auto-generated, continuous across titles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2834640"/>
            <a:ext cx="4315968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56032" y="2834640"/>
            <a:ext cx="91440" cy="548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962656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Admin: add, edit, delete titles and manage all physical copies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0016" y="2834640"/>
            <a:ext cx="4315968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00016" y="2834640"/>
            <a:ext cx="91440" cy="548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01184" y="2962656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Member registration: Reg No, full name, username, password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3456432"/>
            <a:ext cx="4315968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6032" y="3456432"/>
            <a:ext cx="91440" cy="548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3584448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Issue: assign specific LIB copy to member with date recorded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0016" y="3456432"/>
            <a:ext cx="4315968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700016" y="3456432"/>
            <a:ext cx="91440" cy="548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01184" y="3584448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Return: marks copy available; dashboard updates in real time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4078224"/>
            <a:ext cx="4315968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56032" y="4078224"/>
            <a:ext cx="91440" cy="548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4206240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Overdue books (&gt; 14 days) highlighted in red automatically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0016" y="4078224"/>
            <a:ext cx="4315968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700016" y="4078224"/>
            <a:ext cx="91440" cy="54864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01184" y="4206240"/>
            <a:ext cx="4005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Dashboard: 6 live stats — titles, copies, available, members, issued, returned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Flow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SYSTEM FLOW: LOGIN → ROLE CHECK → OPERATIONS → LOGOUT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50" name="FlowchartCard"/>
          <p:cNvSpPr/>
          <p:nvPr/>
        </p:nvSpPr>
        <p:spPr>
          <a:xfrm>
            <a:off x="27432" y="969264"/>
            <a:ext cx="9089136" cy="3895344"/>
          </a:xfrm>
          <a:prstGeom prst="roundRect">
            <a:avLst>
              <a:gd name="adj" fmla="val 20000"/>
            </a:avLst>
          </a:prstGeom>
          <a:solidFill>
            <a:srgbClr val="121F3D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4" name="Picture 13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895" y="1060704"/>
            <a:ext cx="4673601" cy="3730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SYSTEM MODULES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97280"/>
            <a:ext cx="4242816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97280"/>
            <a:ext cx="4242816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8912" y="1298448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de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89888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3856" y="13533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Admin Module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975104"/>
            <a:ext cx="3913632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066543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Dashboard · Manage Books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267712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Manage Members · Issue Books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468879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Return Books · View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6592" y="1097280"/>
            <a:ext cx="4242816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36592" y="1097280"/>
            <a:ext cx="4242816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919472" y="1298448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389888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14416" y="13533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Member Module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01184" y="1975104"/>
            <a:ext cx="3913632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60" y="2066543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Secure Login · Browse Catalogue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2267712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View Issue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468879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Overdue Alerts · Password Reset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999232"/>
            <a:ext cx="4242816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56032" y="2999232"/>
            <a:ext cx="4242816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8912" y="3200400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on_ex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91840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33856" y="32552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Book Issue &amp; Return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" y="3877056"/>
            <a:ext cx="3913632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3968496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5-step Issue workflow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169663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5-step Return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370832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Real-time database updates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36592" y="2999232"/>
            <a:ext cx="4242816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36592" y="2999232"/>
            <a:ext cx="4242816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919472" y="3200400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con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291840"/>
            <a:ext cx="365760" cy="3657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614416" y="32552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Security &amp; Database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01184" y="3877056"/>
            <a:ext cx="3913632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37760" y="3968496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PHP Sessions · Role-Based Access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0" y="4169663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SQL Injection Prevention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4370832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• 4 Database 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Module 1 — Admin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FULL CONTROL OVER ALL LIBRARY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97280"/>
            <a:ext cx="2798064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97280"/>
            <a:ext cx="2798064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20624" y="1280160"/>
            <a:ext cx="512064" cy="512064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53312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78992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901952"/>
            <a:ext cx="2468880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" y="1993391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6 live counters: titles, copies, available, members, issued, returned.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1097280"/>
            <a:ext cx="2798064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18688" y="1097280"/>
            <a:ext cx="2798064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383280" y="1280160"/>
            <a:ext cx="512064" cy="512064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on_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353312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41648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Manage Books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1901952"/>
            <a:ext cx="2468880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0" y="1993391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Add titles + quantity (auto-LIB). Edit or delete titles and copies.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1097280"/>
            <a:ext cx="2798064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81344" y="1097280"/>
            <a:ext cx="2798064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45936" y="1280160"/>
            <a:ext cx="512064" cy="512064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353312"/>
            <a:ext cx="365760" cy="365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04304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Manage Members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45936" y="1901952"/>
            <a:ext cx="2468880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45936" y="1993391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Register: Reg No, name, username &amp; password. Edit or remove members.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2999232"/>
            <a:ext cx="2798064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6032" y="2999232"/>
            <a:ext cx="2798064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20624" y="3182112"/>
            <a:ext cx="512064" cy="512064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con_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255264"/>
            <a:ext cx="365760" cy="3657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78992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Issue Book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" y="3803904"/>
            <a:ext cx="2468880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0624" y="3895344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Select member + LIB copy + date. Status → 'issued' in DB instantly.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18688" y="2999232"/>
            <a:ext cx="2798064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18688" y="2999232"/>
            <a:ext cx="2798064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383280" y="3182112"/>
            <a:ext cx="512064" cy="512064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con_ex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55264"/>
            <a:ext cx="365760" cy="36576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041648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Return Book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3803904"/>
            <a:ext cx="2468880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83280" y="3895344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Enter Issue ID + date. Copy → 'available'; dashboard updates live.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1344" y="2999232"/>
            <a:ext cx="2798064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81344" y="2999232"/>
            <a:ext cx="2798064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345936" y="3182112"/>
            <a:ext cx="512064" cy="512064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con_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255264"/>
            <a:ext cx="365760" cy="365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004304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View Reports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45936" y="3803904"/>
            <a:ext cx="2468880" cy="274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5936" y="3895344"/>
            <a:ext cx="24688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Full records table. Overdue entries (&gt;14 days) highlighted in 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Module 2 — Member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SIMPLE, FOCUSED INTERFACE FOR LIBRARY MEMBERS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78992"/>
            <a:ext cx="4242816" cy="2871216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78992"/>
            <a:ext cx="4242816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" y="3986784"/>
            <a:ext cx="4242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Member Dashboard — Live Screenshot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6592" y="1078992"/>
            <a:ext cx="4151376" cy="7863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1078992"/>
            <a:ext cx="91440" cy="78638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64608" y="1197864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on_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289304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41264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Secure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14813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Session-managed login. Role check blocks members from all admin pages completely.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1993391"/>
            <a:ext cx="4151376" cy="7863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36592" y="1993391"/>
            <a:ext cx="91440" cy="78638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64608" y="2112263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203703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41264" y="2057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Browse Books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239572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View all titles with real-time available copy count on the dashboard.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2907791"/>
            <a:ext cx="4151376" cy="7863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36592" y="2907791"/>
            <a:ext cx="91440" cy="78638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64608" y="3026663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con_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118103"/>
            <a:ext cx="365760" cy="365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41264" y="29717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Issue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1264" y="331012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Full borrowing history: LIB No., issue date, return date and current status.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36592" y="3822191"/>
            <a:ext cx="4151376" cy="7863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36592" y="3822191"/>
            <a:ext cx="91440" cy="78638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864608" y="3941063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con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4032503"/>
            <a:ext cx="365760" cy="3657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41264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Password Reset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41264" y="4224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Reset password via registered username — no admin intervention needed.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A96D722-6DC1-C27E-BDC9-CBD72F1DC2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1193292"/>
            <a:ext cx="4005073" cy="25968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Module 3 — Book Issue &amp;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STEP-BY-STEP WORKFLOW WITH REAL-TIME DATABASE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78992"/>
            <a:ext cx="4242816" cy="475488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0624" y="1115568"/>
            <a:ext cx="402336" cy="402336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70432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0976" y="11521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ISSUING A BOOK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1645920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" y="1645920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1645920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179222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Admin selects Member from dropdown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267712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56032" y="2267712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2267712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414016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Admin selects available LIB Number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2889504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6032" y="2889504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2889504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3035808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Admin enters Issue 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3511296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" y="3511296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6032" y="3511296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3657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System saves record in issued_books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4133088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6032" y="4133088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6032" y="4133088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279392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book_copies status → 'issued'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19472" y="1078992"/>
            <a:ext cx="4242816" cy="475488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084064" y="1115568"/>
            <a:ext cx="402336" cy="402336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con_ex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7" y="1170432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614416" y="11521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RETURNING A BOOK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19472" y="1645920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919472" y="1645920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19472" y="1645920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04688" y="1792224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Admin enters Issue ID from records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19472" y="2267712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919472" y="2267712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19472" y="2267712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8" y="2414016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Admin sets Return Date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9472" y="2889504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919472" y="2889504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19472" y="2889504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3035808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System updates issued_books → 'returned'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19472" y="3511296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919472" y="3511296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19472" y="3511296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4688" y="3657600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book_copies status → 'available'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19472" y="4133088"/>
            <a:ext cx="4242816" cy="54864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919472" y="4133088"/>
            <a:ext cx="493776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19472" y="4133088"/>
            <a:ext cx="493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04688" y="4279392"/>
            <a:ext cx="3547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Dashboard stats update instantly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" y="4608576"/>
            <a:ext cx="8631936" cy="20116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DB tables updated live:  issued_books  ·  book_copies  ·  books  · 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Module 4 — Security &amp;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AUTHENTICATION, ACCESS CONTROL AND DATA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97280"/>
            <a:ext cx="4242816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97280"/>
            <a:ext cx="91440" cy="17373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03120" y="1280160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371600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0624" y="1956815"/>
            <a:ext cx="3913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PHP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2304288"/>
            <a:ext cx="3913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Login state maintained server-side. session_destroy() on logout clears all session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6592" y="1097280"/>
            <a:ext cx="4242816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36592" y="1097280"/>
            <a:ext cx="91440" cy="17373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83680" y="1280160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_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371600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01184" y="1956815"/>
            <a:ext cx="3913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1184" y="2304288"/>
            <a:ext cx="3913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Admin pages reject members; member pages reject admins. Enforced on every page request.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2999232"/>
            <a:ext cx="4242816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6032" y="2999232"/>
            <a:ext cx="91440" cy="17373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103120" y="3182112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3273552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20624" y="3858768"/>
            <a:ext cx="3913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SQL Injection Prevention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" y="4206240"/>
            <a:ext cx="3913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All inputs escaped with mysqli_real_escape_string() before any database query.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2999232"/>
            <a:ext cx="4242816" cy="17373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36592" y="2999232"/>
            <a:ext cx="91440" cy="1737360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83680" y="3182112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on_cl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273552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01184" y="3858768"/>
            <a:ext cx="3913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Client-Side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1184" y="4206240"/>
            <a:ext cx="39136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HTML required attributes + JavaScript checks prevent empty or malformed submissions.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4626864"/>
            <a:ext cx="8631936" cy="201168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463600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Database Tables:  users  ·  books  ·  book_copies  ·  issued_books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System Screenshots —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LOGIN PAGE AND ADMIN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78992"/>
            <a:ext cx="4279392" cy="321868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78992"/>
            <a:ext cx="427939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70432"/>
            <a:ext cx="4169663" cy="270662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56032" y="4334256"/>
            <a:ext cx="4279392" cy="2560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" y="4334256"/>
            <a:ext cx="4279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Login 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1078992"/>
            <a:ext cx="4279392" cy="321868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91456" y="1078992"/>
            <a:ext cx="427939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91456" y="4334256"/>
            <a:ext cx="4279392" cy="2560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91456" y="4334256"/>
            <a:ext cx="4279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09F7E5A-597C-BD9A-E4B6-07598779F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209294"/>
            <a:ext cx="4279392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System Screenshots —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MANAGE BOOKS AND MEMBER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78992"/>
            <a:ext cx="4279392" cy="321868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78992"/>
            <a:ext cx="427939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70432"/>
            <a:ext cx="4169663" cy="270662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56032" y="4334256"/>
            <a:ext cx="4279392" cy="2560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" y="4334256"/>
            <a:ext cx="4279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Manage Books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1078992"/>
            <a:ext cx="4279392" cy="321868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91456" y="1078992"/>
            <a:ext cx="427939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91456" y="4334256"/>
            <a:ext cx="4279392" cy="2560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91456" y="4334256"/>
            <a:ext cx="4279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Member Dashboard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30FA1AF-6C0D-86FF-E7AD-6B2560CA7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1" y="1218438"/>
            <a:ext cx="4023362" cy="27066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System Screenshots — 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ISSUE BOOKS AND ISSUE RECORDS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78992"/>
            <a:ext cx="4279392" cy="321868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78992"/>
            <a:ext cx="427939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70432"/>
            <a:ext cx="4169663" cy="270662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56032" y="4334256"/>
            <a:ext cx="4279392" cy="2560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" y="4334256"/>
            <a:ext cx="4279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Issue Books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1078992"/>
            <a:ext cx="4279392" cy="321868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91456" y="1078992"/>
            <a:ext cx="427939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s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70432"/>
            <a:ext cx="4169663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791456" y="4334256"/>
            <a:ext cx="4279392" cy="25603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91456" y="4334256"/>
            <a:ext cx="4279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Issue Records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PROJECT SUMMARY AND KEY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97280"/>
            <a:ext cx="8631936" cy="65836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97280"/>
            <a:ext cx="91440" cy="6583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84048" y="1152144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43584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78992" y="11795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Production-Ready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1252728"/>
            <a:ext cx="5779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Complete, secure web application — PHP, MySQL, HTML/CSS, XAMPP. Ready for deployment on any college LAN.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1847088"/>
            <a:ext cx="8631936" cy="65836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847088"/>
            <a:ext cx="91440" cy="6583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84048" y="1901952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993392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8992" y="19293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Precision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2002536"/>
            <a:ext cx="5779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Per-copy LIB numbering enables precision tracking unavailable in any traditional manual library system.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2596896"/>
            <a:ext cx="8631936" cy="65836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6032" y="2596896"/>
            <a:ext cx="91440" cy="6583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4048" y="2651760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743200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78992" y="26791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Fully Secured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9232" y="2752344"/>
            <a:ext cx="5779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Role-based access, PHP sessions and SQL injection prevention protect all data at every single request.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3346704"/>
            <a:ext cx="8631936" cy="65836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56032" y="3346704"/>
            <a:ext cx="91440" cy="6583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84048" y="3401568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on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493008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78992" y="3429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Time &amp; Error Saving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9232" y="3502152"/>
            <a:ext cx="5779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Replaces slow, error-prone paper registers — drastically reducing staff effort and manual errors.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4096511"/>
            <a:ext cx="8631936" cy="658368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6032" y="4096511"/>
            <a:ext cx="91440" cy="658368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84048" y="4151375"/>
            <a:ext cx="548640" cy="548640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con_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242815"/>
            <a:ext cx="365760" cy="3657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78992" y="417880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Extendable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4251959"/>
            <a:ext cx="5779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Architecture cleanly supports future modules: fines, reservations, email alerts and mobile access.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Future 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PLANNED FEATURES FOR THE NEXT 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097280"/>
            <a:ext cx="2816352" cy="17007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097280"/>
            <a:ext cx="281635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26464" y="1280160"/>
            <a:ext cx="475488" cy="475488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1353312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7472" y="188366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Online Reservation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221284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Members reserve copies; admin notified when book becomes available.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1097280"/>
            <a:ext cx="2816352" cy="17007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18688" y="1097280"/>
            <a:ext cx="281635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89120" y="1280160"/>
            <a:ext cx="475488" cy="475488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353312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10128" y="188366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Fine Calculation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221284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Auto fine per overdue day with payment status on both dashboards.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1097280"/>
            <a:ext cx="2816352" cy="17007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81344" y="1097280"/>
            <a:ext cx="281635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51776" y="1280160"/>
            <a:ext cx="475488" cy="475488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353312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72784" y="188366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Email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221284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Automated due-date reminders and overdue alerts sent to member email.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926080"/>
            <a:ext cx="2816352" cy="17007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56032" y="2926080"/>
            <a:ext cx="281635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426464" y="3108960"/>
            <a:ext cx="475488" cy="475488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on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616" y="3182112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47472" y="371246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Advanced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404164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Monthly usage stats, most-borrowed titles and member activity analytics.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2926080"/>
            <a:ext cx="2816352" cy="17007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18688" y="2926080"/>
            <a:ext cx="281635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389120" y="3108960"/>
            <a:ext cx="475488" cy="475488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con_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272" y="3182112"/>
            <a:ext cx="329184" cy="3291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310128" y="371246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Mobile-Responsive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0128" y="404164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Full tablet &amp; phone optimisation — browse and track on the go.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1344" y="2926080"/>
            <a:ext cx="2816352" cy="1700784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81344" y="2926080"/>
            <a:ext cx="2816352" cy="73152"/>
          </a:xfrm>
          <a:prstGeom prst="rect">
            <a:avLst/>
          </a:prstGeom>
          <a:solidFill>
            <a:srgbClr val="1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51776" y="3108960"/>
            <a:ext cx="475488" cy="475488"/>
          </a:xfrm>
          <a:prstGeom prst="ellipse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con_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928" y="3182112"/>
            <a:ext cx="329184" cy="329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72784" y="371246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Barcode / QR Scan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2784" y="4041648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Scan LIB spine stickers via barcode or QR for faster issue and return.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96926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9144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58368"/>
            <a:ext cx="7132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8F0"/>
                </a:solidFill>
                <a:latin typeface="Calibri"/>
              </a:rPr>
              <a:t>SOURCES &amp; DOCUMENTATION USED IN THIS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5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4864608"/>
            <a:ext cx="3657600" cy="278892"/>
          </a:xfrm>
          <a:prstGeom prst="rect">
            <a:avLst/>
          </a:prstGeom>
          <a:solidFill>
            <a:srgbClr val="0D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487375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7899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873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07899"/>
                </a:solidFill>
                <a:latin typeface="Calibri"/>
              </a:rPr>
              <a:t>Sankar Polytechnic College (Autonomous)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4873752"/>
            <a:ext cx="310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9" y="91440"/>
            <a:ext cx="658368" cy="658368"/>
          </a:xfrm>
          <a:prstGeom prst="ellipse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032" y="1115568"/>
            <a:ext cx="8631936" cy="438912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032" y="1115568"/>
            <a:ext cx="91440" cy="43891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6032" y="1115568"/>
            <a:ext cx="512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" y="1115568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188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PHP Official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20700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1">
                <a:solidFill>
                  <a:srgbClr val="FFFFFF"/>
                </a:solidFill>
                <a:latin typeface="Calibri"/>
              </a:rPr>
              <a:t>php.net/docs.php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1627632"/>
            <a:ext cx="8631936" cy="438912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627632"/>
            <a:ext cx="91440" cy="43891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6032" y="1627632"/>
            <a:ext cx="512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" y="1627632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7007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MySQL Reference 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71907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1">
                <a:solidFill>
                  <a:srgbClr val="FFFFFF"/>
                </a:solidFill>
                <a:latin typeface="Calibri"/>
              </a:rPr>
              <a:t>dev.mysql.com/doc/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2139696"/>
            <a:ext cx="8631936" cy="438912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6032" y="2139696"/>
            <a:ext cx="91440" cy="43891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6032" y="2139696"/>
            <a:ext cx="512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6032" y="2139696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2128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XAMPP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2311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1">
                <a:solidFill>
                  <a:srgbClr val="FFFFFF"/>
                </a:solidFill>
                <a:latin typeface="Calibri"/>
              </a:rPr>
              <a:t>apachefriends.org/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2651760"/>
            <a:ext cx="8631936" cy="438912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56032" y="2651760"/>
            <a:ext cx="91440" cy="43891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6032" y="2651760"/>
            <a:ext cx="512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6032" y="2651760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27249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W3Schools — HTML/CSS/JS/PHP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74320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1">
                <a:solidFill>
                  <a:srgbClr val="FFFFFF"/>
                </a:solidFill>
                <a:latin typeface="Calibri"/>
              </a:rPr>
              <a:t>w3schools.com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163824"/>
            <a:ext cx="8631936" cy="438912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6032" y="3163824"/>
            <a:ext cx="91440" cy="43891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56032" y="3163824"/>
            <a:ext cx="512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6032" y="3163824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2369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MDN Web Docs — HTML5 &amp; CSS3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25526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1">
                <a:solidFill>
                  <a:srgbClr val="FFFFFF"/>
                </a:solidFill>
                <a:latin typeface="Calibri"/>
              </a:rPr>
              <a:t>developer.mozilla.org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3675888"/>
            <a:ext cx="8631936" cy="438912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56032" y="3675888"/>
            <a:ext cx="91440" cy="43891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56032" y="3675888"/>
            <a:ext cx="512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6032" y="3675888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3749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Stack Overflow — Community Q&amp;A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76732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1">
                <a:solidFill>
                  <a:srgbClr val="FFFFFF"/>
                </a:solidFill>
                <a:latin typeface="Calibri"/>
              </a:rPr>
              <a:t>stackoverflow.com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" y="4187952"/>
            <a:ext cx="8631936" cy="438912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56032" y="4187952"/>
            <a:ext cx="91440" cy="43891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56032" y="4187952"/>
            <a:ext cx="5120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56032" y="4187952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42611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Tutorialspoint — PHP &amp; MySQL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42793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1">
                <a:solidFill>
                  <a:srgbClr val="FFFFFF"/>
                </a:solidFill>
                <a:latin typeface="Calibri"/>
              </a:rPr>
              <a:t>tutorialspoint.com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694944" cy="694944"/>
          </a:xfrm>
          <a:prstGeom prst="ellipse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12064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737360"/>
            <a:ext cx="3291840" cy="73152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883664"/>
            <a:ext cx="841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Online Library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P246 – Scripting Language Project  ·  Sankar Polytechnic College (Autonomous)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2761488"/>
            <a:ext cx="2121408" cy="8229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2761488"/>
            <a:ext cx="2121408" cy="82296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2907792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Aravind Raj 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255264"/>
            <a:ext cx="2121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242103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2761488"/>
            <a:ext cx="2121408" cy="8229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87168" y="2761488"/>
            <a:ext cx="2121408" cy="82296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87168" y="2907792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Chandru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255264"/>
            <a:ext cx="2121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242107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2761488"/>
            <a:ext cx="2121408" cy="8229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18304" y="2761488"/>
            <a:ext cx="2121408" cy="82296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8304" y="2907792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Nambi Raj 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3255264"/>
            <a:ext cx="2121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242127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761488"/>
            <a:ext cx="2121408" cy="822960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49440" y="2761488"/>
            <a:ext cx="2121408" cy="82296"/>
          </a:xfrm>
          <a:prstGeom prst="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2907792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Selva Dinesh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255264"/>
            <a:ext cx="2121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242141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712463"/>
            <a:ext cx="7498079" cy="804672"/>
          </a:xfrm>
          <a:prstGeom prst="rect">
            <a:avLst/>
          </a:prstGeom>
          <a:solidFill>
            <a:srgbClr val="121F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" y="3712463"/>
            <a:ext cx="7498079" cy="82296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" y="3712463"/>
            <a:ext cx="128016" cy="80467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4" y="3749039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GUIDED 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3968496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Dr. C. VIJESH JOE  Ph.D.,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315968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Department of Computer Engineering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8737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1635</Words>
  <Application>Microsoft Office PowerPoint</Application>
  <PresentationFormat>On-screen Show (16:9)</PresentationFormat>
  <Paragraphs>316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Chandru A</cp:lastModifiedBy>
  <cp:revision>8</cp:revision>
  <dcterms:created xsi:type="dcterms:W3CDTF">2013-01-27T09:14:16Z</dcterms:created>
  <dcterms:modified xsi:type="dcterms:W3CDTF">2026-03-12T14:12:00Z</dcterms:modified>
  <cp:category/>
</cp:coreProperties>
</file>